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-44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5E3E7B-AEBE-4E46-8EE4-AC087D4F002F}" type="doc">
      <dgm:prSet loTypeId="urn:microsoft.com/office/officeart/2005/8/layout/vList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4EB4E3-DBB7-134D-B37A-A5D404C6107A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Finalize Testing of </a:t>
          </a:r>
          <a:r>
            <a:rPr lang="en-US" dirty="0" smtClean="0"/>
            <a:t>Applications </a:t>
          </a:r>
          <a:r>
            <a:rPr lang="en-US" dirty="0" smtClean="0"/>
            <a:t>(Android and Web)</a:t>
          </a:r>
          <a:endParaRPr lang="en-US" dirty="0"/>
        </a:p>
      </dgm:t>
    </dgm:pt>
    <dgm:pt modelId="{CB366B52-91EC-494F-873E-92FDDE63B5CF}" type="parTrans" cxnId="{FFA60A2A-E42D-0344-8F18-FCA628C2D859}">
      <dgm:prSet/>
      <dgm:spPr/>
      <dgm:t>
        <a:bodyPr/>
        <a:lstStyle/>
        <a:p>
          <a:endParaRPr lang="en-US"/>
        </a:p>
      </dgm:t>
    </dgm:pt>
    <dgm:pt modelId="{88A79F51-36B4-4841-A2F4-5DE016B9E56D}" type="sibTrans" cxnId="{FFA60A2A-E42D-0344-8F18-FCA628C2D859}">
      <dgm:prSet/>
      <dgm:spPr/>
      <dgm:t>
        <a:bodyPr/>
        <a:lstStyle/>
        <a:p>
          <a:endParaRPr lang="en-US"/>
        </a:p>
      </dgm:t>
    </dgm:pt>
    <dgm:pt modelId="{55A81037-4ACE-2448-9431-963E67AD3D96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Server-Side Implementation of Learning </a:t>
          </a:r>
          <a:r>
            <a:rPr lang="en-US" dirty="0" smtClean="0"/>
            <a:t>Algorithms (</a:t>
          </a:r>
          <a:r>
            <a:rPr lang="en-US" smtClean="0"/>
            <a:t>time permitting)</a:t>
          </a:r>
          <a:endParaRPr lang="en-US" dirty="0"/>
        </a:p>
      </dgm:t>
    </dgm:pt>
    <dgm:pt modelId="{3A5940D7-4954-544E-8F32-CD855B06F1B6}" type="parTrans" cxnId="{56870757-C4E6-F241-97AC-7C7CC537415D}">
      <dgm:prSet/>
      <dgm:spPr/>
      <dgm:t>
        <a:bodyPr/>
        <a:lstStyle/>
        <a:p>
          <a:endParaRPr lang="en-US"/>
        </a:p>
      </dgm:t>
    </dgm:pt>
    <dgm:pt modelId="{CFF54F86-16F3-5A41-91D8-989E4635D6DB}" type="sibTrans" cxnId="{56870757-C4E6-F241-97AC-7C7CC537415D}">
      <dgm:prSet/>
      <dgm:spPr/>
      <dgm:t>
        <a:bodyPr/>
        <a:lstStyle/>
        <a:p>
          <a:endParaRPr lang="en-US"/>
        </a:p>
      </dgm:t>
    </dgm:pt>
    <dgm:pt modelId="{4846A9F6-DD1D-7940-BC48-126B689AF2FA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Web </a:t>
          </a:r>
          <a:r>
            <a:rPr lang="en-US" dirty="0" smtClean="0"/>
            <a:t>App Nearing Completion</a:t>
          </a:r>
          <a:endParaRPr lang="en-US" dirty="0"/>
        </a:p>
      </dgm:t>
    </dgm:pt>
    <dgm:pt modelId="{EE22DBBD-70A2-8940-8663-6E8CBEF3AEBE}" type="parTrans" cxnId="{EF6A8269-3AE8-5C45-A19D-3B90A0D5D784}">
      <dgm:prSet/>
      <dgm:spPr/>
      <dgm:t>
        <a:bodyPr/>
        <a:lstStyle/>
        <a:p>
          <a:endParaRPr lang="en-US"/>
        </a:p>
      </dgm:t>
    </dgm:pt>
    <dgm:pt modelId="{D58B1FD7-926E-0B4A-A168-D6263CD60D6A}" type="sibTrans" cxnId="{EF6A8269-3AE8-5C45-A19D-3B90A0D5D784}">
      <dgm:prSet/>
      <dgm:spPr/>
      <dgm:t>
        <a:bodyPr/>
        <a:lstStyle/>
        <a:p>
          <a:endParaRPr lang="en-US"/>
        </a:p>
      </dgm:t>
    </dgm:pt>
    <dgm:pt modelId="{EEE44E43-26C8-5B42-9A87-479105D0129A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dirty="0" smtClean="0"/>
            <a:t>April 30, 2011</a:t>
          </a:r>
          <a:endParaRPr lang="en-US" dirty="0"/>
        </a:p>
      </dgm:t>
    </dgm:pt>
    <dgm:pt modelId="{FD61770D-B29E-8B4E-A930-12E2320CA9B4}" type="sibTrans" cxnId="{00384FEE-C599-2B4D-836E-C8892D331428}">
      <dgm:prSet/>
      <dgm:spPr/>
      <dgm:t>
        <a:bodyPr/>
        <a:lstStyle/>
        <a:p>
          <a:endParaRPr lang="en-US"/>
        </a:p>
      </dgm:t>
    </dgm:pt>
    <dgm:pt modelId="{847CAA12-6599-5E42-8144-0D4822D7DD96}" type="parTrans" cxnId="{00384FEE-C599-2B4D-836E-C8892D331428}">
      <dgm:prSet/>
      <dgm:spPr/>
      <dgm:t>
        <a:bodyPr/>
        <a:lstStyle/>
        <a:p>
          <a:endParaRPr lang="en-US"/>
        </a:p>
      </dgm:t>
    </dgm:pt>
    <dgm:pt modelId="{AEB7D3EF-70EF-9846-A42B-23CFE84C2A88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dirty="0" smtClean="0"/>
            <a:t>March 31, 2011</a:t>
          </a:r>
          <a:endParaRPr lang="en-US" dirty="0"/>
        </a:p>
      </dgm:t>
    </dgm:pt>
    <dgm:pt modelId="{242D335E-B54F-8140-A583-5FC047E08C8E}" type="sibTrans" cxnId="{ADFA8CC9-FA46-C040-ABE0-D8228F8AFE39}">
      <dgm:prSet/>
      <dgm:spPr/>
      <dgm:t>
        <a:bodyPr/>
        <a:lstStyle/>
        <a:p>
          <a:endParaRPr lang="en-US"/>
        </a:p>
      </dgm:t>
    </dgm:pt>
    <dgm:pt modelId="{AAAF37A5-F38A-1648-8E1A-018A265C90AC}" type="parTrans" cxnId="{ADFA8CC9-FA46-C040-ABE0-D8228F8AFE39}">
      <dgm:prSet/>
      <dgm:spPr/>
      <dgm:t>
        <a:bodyPr/>
        <a:lstStyle/>
        <a:p>
          <a:endParaRPr lang="en-US"/>
        </a:p>
      </dgm:t>
    </dgm:pt>
    <dgm:pt modelId="{10C32C32-A4D4-284D-A076-2EC5ECCB4D23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dirty="0" smtClean="0"/>
            <a:t>February 28, 2011</a:t>
          </a:r>
          <a:endParaRPr lang="en-US" dirty="0"/>
        </a:p>
      </dgm:t>
    </dgm:pt>
    <dgm:pt modelId="{AF995C1C-FC0E-024C-88FC-7FC26E2CB8AD}" type="sibTrans" cxnId="{52DAFC95-7CDB-BA42-AE04-FDC0638B7FBE}">
      <dgm:prSet/>
      <dgm:spPr/>
      <dgm:t>
        <a:bodyPr/>
        <a:lstStyle/>
        <a:p>
          <a:endParaRPr lang="en-US"/>
        </a:p>
      </dgm:t>
    </dgm:pt>
    <dgm:pt modelId="{E804A203-843A-A340-9B89-3CA0AEC5D1A4}" type="parTrans" cxnId="{52DAFC95-7CDB-BA42-AE04-FDC0638B7FBE}">
      <dgm:prSet/>
      <dgm:spPr/>
      <dgm:t>
        <a:bodyPr/>
        <a:lstStyle/>
        <a:p>
          <a:endParaRPr lang="en-US"/>
        </a:p>
      </dgm:t>
    </dgm:pt>
    <dgm:pt modelId="{3426E8DF-D5C8-9145-8164-0BF57715C15E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Continuing Android Development</a:t>
          </a:r>
          <a:endParaRPr lang="en-US" dirty="0"/>
        </a:p>
      </dgm:t>
    </dgm:pt>
    <dgm:pt modelId="{2EEE74F0-EA82-6444-86BC-DBED1E5E6C91}" type="parTrans" cxnId="{95981B96-E726-1A42-9569-91D503572090}">
      <dgm:prSet/>
      <dgm:spPr/>
      <dgm:t>
        <a:bodyPr/>
        <a:lstStyle/>
        <a:p>
          <a:endParaRPr lang="en-US"/>
        </a:p>
      </dgm:t>
    </dgm:pt>
    <dgm:pt modelId="{D1E6BB22-871E-0A4D-9A84-D54DE7A5384C}" type="sibTrans" cxnId="{95981B96-E726-1A42-9569-91D503572090}">
      <dgm:prSet/>
      <dgm:spPr/>
      <dgm:t>
        <a:bodyPr/>
        <a:lstStyle/>
        <a:p>
          <a:endParaRPr lang="en-US"/>
        </a:p>
      </dgm:t>
    </dgm:pt>
    <dgm:pt modelId="{433DBC6E-B481-4349-A0BF-85B7FA9D2DBE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REST API Features (GPS, Trips)</a:t>
          </a:r>
          <a:endParaRPr lang="en-US" dirty="0"/>
        </a:p>
      </dgm:t>
    </dgm:pt>
    <dgm:pt modelId="{E799AFD3-7381-3C40-B2B0-D060E48C8A4A}" type="parTrans" cxnId="{B598DD25-8274-874D-AF26-DD8DCF48123A}">
      <dgm:prSet/>
      <dgm:spPr/>
      <dgm:t>
        <a:bodyPr/>
        <a:lstStyle/>
        <a:p>
          <a:endParaRPr lang="en-US"/>
        </a:p>
      </dgm:t>
    </dgm:pt>
    <dgm:pt modelId="{7429C365-5182-C74C-A59D-6B41ACBA16AA}" type="sibTrans" cxnId="{B598DD25-8274-874D-AF26-DD8DCF48123A}">
      <dgm:prSet/>
      <dgm:spPr/>
      <dgm:t>
        <a:bodyPr/>
        <a:lstStyle/>
        <a:p>
          <a:endParaRPr lang="en-US"/>
        </a:p>
      </dgm:t>
    </dgm:pt>
    <dgm:pt modelId="{A93A144B-6814-4340-9EBE-96302914FCE5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Android App Nearing Completion</a:t>
          </a:r>
          <a:endParaRPr lang="en-US" dirty="0"/>
        </a:p>
      </dgm:t>
    </dgm:pt>
    <dgm:pt modelId="{5E77195D-2B82-F24B-9336-5E6556A78F69}" type="parTrans" cxnId="{0E097F4E-E511-C94F-844B-BE60A1C24CEC}">
      <dgm:prSet/>
      <dgm:spPr/>
      <dgm:t>
        <a:bodyPr/>
        <a:lstStyle/>
        <a:p>
          <a:endParaRPr lang="en-US"/>
        </a:p>
      </dgm:t>
    </dgm:pt>
    <dgm:pt modelId="{FA1A2C68-291F-534C-A413-6139A44F2E0E}" type="sibTrans" cxnId="{0E097F4E-E511-C94F-844B-BE60A1C24CEC}">
      <dgm:prSet/>
      <dgm:spPr/>
      <dgm:t>
        <a:bodyPr/>
        <a:lstStyle/>
        <a:p>
          <a:endParaRPr lang="en-US"/>
        </a:p>
      </dgm:t>
    </dgm:pt>
    <dgm:pt modelId="{D4F0F1DB-B854-4F41-A3AC-2F855052B5DE}">
      <dgm:prSet phldrT="[Text]"/>
      <dgm:spPr>
        <a:solidFill>
          <a:schemeClr val="bg1">
            <a:lumMod val="65000"/>
            <a:alpha val="90000"/>
          </a:schemeClr>
        </a:solidFill>
      </dgm:spPr>
      <dgm:t>
        <a:bodyPr/>
        <a:lstStyle/>
        <a:p>
          <a:r>
            <a:rPr lang="en-US" dirty="0" smtClean="0"/>
            <a:t>E-Week Preparation</a:t>
          </a:r>
          <a:endParaRPr lang="en-US" dirty="0"/>
        </a:p>
      </dgm:t>
    </dgm:pt>
    <dgm:pt modelId="{F37BC23F-FAAA-F944-9907-FF40FE36B567}" type="parTrans" cxnId="{AEB88563-E695-4A47-A36A-C491E02AEDEB}">
      <dgm:prSet/>
      <dgm:spPr/>
      <dgm:t>
        <a:bodyPr/>
        <a:lstStyle/>
        <a:p>
          <a:endParaRPr lang="en-US"/>
        </a:p>
      </dgm:t>
    </dgm:pt>
    <dgm:pt modelId="{0B3EFE20-CBC2-914F-9121-2E54740DA6AB}" type="sibTrans" cxnId="{AEB88563-E695-4A47-A36A-C491E02AEDEB}">
      <dgm:prSet/>
      <dgm:spPr/>
      <dgm:t>
        <a:bodyPr/>
        <a:lstStyle/>
        <a:p>
          <a:endParaRPr lang="en-US"/>
        </a:p>
      </dgm:t>
    </dgm:pt>
    <dgm:pt modelId="{070FFB4F-795E-B744-BC93-7B01C991C6E3}" type="pres">
      <dgm:prSet presAssocID="{C95E3E7B-AEBE-4E46-8EE4-AC087D4F002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23108A-4F97-CF49-8B64-836631BA8111}" type="pres">
      <dgm:prSet presAssocID="{10C32C32-A4D4-284D-A076-2EC5ECCB4D23}" presName="linNode" presStyleCnt="0"/>
      <dgm:spPr/>
      <dgm:t>
        <a:bodyPr/>
        <a:lstStyle/>
        <a:p>
          <a:endParaRPr lang="en-US"/>
        </a:p>
      </dgm:t>
    </dgm:pt>
    <dgm:pt modelId="{02146DBB-D016-0B41-88F9-F1029D1B0149}" type="pres">
      <dgm:prSet presAssocID="{10C32C32-A4D4-284D-A076-2EC5ECCB4D23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9AE5AD-9BE4-2846-9484-33242AA0FA94}" type="pres">
      <dgm:prSet presAssocID="{10C32C32-A4D4-284D-A076-2EC5ECCB4D23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35E105-A601-6B42-AE61-1ADF6E71655A}" type="pres">
      <dgm:prSet presAssocID="{AF995C1C-FC0E-024C-88FC-7FC26E2CB8AD}" presName="sp" presStyleCnt="0"/>
      <dgm:spPr/>
      <dgm:t>
        <a:bodyPr/>
        <a:lstStyle/>
        <a:p>
          <a:endParaRPr lang="en-US"/>
        </a:p>
      </dgm:t>
    </dgm:pt>
    <dgm:pt modelId="{630F553F-45AD-9E4B-96AC-4FAD7CC5B8CA}" type="pres">
      <dgm:prSet presAssocID="{AEB7D3EF-70EF-9846-A42B-23CFE84C2A88}" presName="linNode" presStyleCnt="0"/>
      <dgm:spPr/>
      <dgm:t>
        <a:bodyPr/>
        <a:lstStyle/>
        <a:p>
          <a:endParaRPr lang="en-US"/>
        </a:p>
      </dgm:t>
    </dgm:pt>
    <dgm:pt modelId="{5073F4B7-8E64-C942-80E4-125371750933}" type="pres">
      <dgm:prSet presAssocID="{AEB7D3EF-70EF-9846-A42B-23CFE84C2A88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CEB1BF-B22A-8D41-8B0E-034912787D3B}" type="pres">
      <dgm:prSet presAssocID="{AEB7D3EF-70EF-9846-A42B-23CFE84C2A88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55F364-1D84-8D47-96D2-CBADE2C030DA}" type="pres">
      <dgm:prSet presAssocID="{242D335E-B54F-8140-A583-5FC047E08C8E}" presName="sp" presStyleCnt="0"/>
      <dgm:spPr/>
      <dgm:t>
        <a:bodyPr/>
        <a:lstStyle/>
        <a:p>
          <a:endParaRPr lang="en-US"/>
        </a:p>
      </dgm:t>
    </dgm:pt>
    <dgm:pt modelId="{4405FD06-D104-4643-8BBE-9085CCAE46B3}" type="pres">
      <dgm:prSet presAssocID="{EEE44E43-26C8-5B42-9A87-479105D0129A}" presName="linNode" presStyleCnt="0"/>
      <dgm:spPr/>
      <dgm:t>
        <a:bodyPr/>
        <a:lstStyle/>
        <a:p>
          <a:endParaRPr lang="en-US"/>
        </a:p>
      </dgm:t>
    </dgm:pt>
    <dgm:pt modelId="{5552A990-F378-894F-B3E7-067BB1E1D144}" type="pres">
      <dgm:prSet presAssocID="{EEE44E43-26C8-5B42-9A87-479105D0129A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C9086A-EDF2-9F47-908B-B66D780F0DFC}" type="pres">
      <dgm:prSet presAssocID="{EEE44E43-26C8-5B42-9A87-479105D0129A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097F4E-E511-C94F-844B-BE60A1C24CEC}" srcId="{AEB7D3EF-70EF-9846-A42B-23CFE84C2A88}" destId="{A93A144B-6814-4340-9EBE-96302914FCE5}" srcOrd="0" destOrd="0" parTransId="{5E77195D-2B82-F24B-9336-5E6556A78F69}" sibTransId="{FA1A2C68-291F-534C-A413-6139A44F2E0E}"/>
    <dgm:cxn modelId="{4DD06260-EBD1-DA47-8030-F8338CC5C63D}" type="presOf" srcId="{433DBC6E-B481-4349-A0BF-85B7FA9D2DBE}" destId="{519AE5AD-9BE4-2846-9484-33242AA0FA94}" srcOrd="0" destOrd="1" presId="urn:microsoft.com/office/officeart/2005/8/layout/vList5"/>
    <dgm:cxn modelId="{FFA60A2A-E42D-0344-8F18-FCA628C2D859}" srcId="{EEE44E43-26C8-5B42-9A87-479105D0129A}" destId="{734EB4E3-DBB7-134D-B37A-A5D404C6107A}" srcOrd="0" destOrd="0" parTransId="{CB366B52-91EC-494F-873E-92FDDE63B5CF}" sibTransId="{88A79F51-36B4-4841-A2F4-5DE016B9E56D}"/>
    <dgm:cxn modelId="{A973C838-2167-B04E-9183-3C34D5F90066}" type="presOf" srcId="{C95E3E7B-AEBE-4E46-8EE4-AC087D4F002F}" destId="{070FFB4F-795E-B744-BC93-7B01C991C6E3}" srcOrd="0" destOrd="0" presId="urn:microsoft.com/office/officeart/2005/8/layout/vList5"/>
    <dgm:cxn modelId="{AEB88563-E695-4A47-A36A-C491E02AEDEB}" srcId="{AEB7D3EF-70EF-9846-A42B-23CFE84C2A88}" destId="{D4F0F1DB-B854-4F41-A3AC-2F855052B5DE}" srcOrd="2" destOrd="0" parTransId="{F37BC23F-FAAA-F944-9907-FF40FE36B567}" sibTransId="{0B3EFE20-CBC2-914F-9121-2E54740DA6AB}"/>
    <dgm:cxn modelId="{326B77EB-91CE-8149-9503-B49512128E74}" type="presOf" srcId="{55A81037-4ACE-2448-9431-963E67AD3D96}" destId="{AAC9086A-EDF2-9F47-908B-B66D780F0DFC}" srcOrd="0" destOrd="1" presId="urn:microsoft.com/office/officeart/2005/8/layout/vList5"/>
    <dgm:cxn modelId="{B598DD25-8274-874D-AF26-DD8DCF48123A}" srcId="{10C32C32-A4D4-284D-A076-2EC5ECCB4D23}" destId="{433DBC6E-B481-4349-A0BF-85B7FA9D2DBE}" srcOrd="1" destOrd="0" parTransId="{E799AFD3-7381-3C40-B2B0-D060E48C8A4A}" sibTransId="{7429C365-5182-C74C-A59D-6B41ACBA16AA}"/>
    <dgm:cxn modelId="{212F3BF2-84DD-3F45-B525-1B6AD8CD5D44}" type="presOf" srcId="{A93A144B-6814-4340-9EBE-96302914FCE5}" destId="{44CEB1BF-B22A-8D41-8B0E-034912787D3B}" srcOrd="0" destOrd="0" presId="urn:microsoft.com/office/officeart/2005/8/layout/vList5"/>
    <dgm:cxn modelId="{4229AB8B-6367-D846-8F7F-8FD0FA24486F}" type="presOf" srcId="{D4F0F1DB-B854-4F41-A3AC-2F855052B5DE}" destId="{44CEB1BF-B22A-8D41-8B0E-034912787D3B}" srcOrd="0" destOrd="2" presId="urn:microsoft.com/office/officeart/2005/8/layout/vList5"/>
    <dgm:cxn modelId="{F69B8303-3350-0543-BB35-08174BD512B7}" type="presOf" srcId="{AEB7D3EF-70EF-9846-A42B-23CFE84C2A88}" destId="{5073F4B7-8E64-C942-80E4-125371750933}" srcOrd="0" destOrd="0" presId="urn:microsoft.com/office/officeart/2005/8/layout/vList5"/>
    <dgm:cxn modelId="{95981B96-E726-1A42-9569-91D503572090}" srcId="{10C32C32-A4D4-284D-A076-2EC5ECCB4D23}" destId="{3426E8DF-D5C8-9145-8164-0BF57715C15E}" srcOrd="0" destOrd="0" parTransId="{2EEE74F0-EA82-6444-86BC-DBED1E5E6C91}" sibTransId="{D1E6BB22-871E-0A4D-9A84-D54DE7A5384C}"/>
    <dgm:cxn modelId="{6839DA37-F213-154D-84F7-F932710F2410}" type="presOf" srcId="{EEE44E43-26C8-5B42-9A87-479105D0129A}" destId="{5552A990-F378-894F-B3E7-067BB1E1D144}" srcOrd="0" destOrd="0" presId="urn:microsoft.com/office/officeart/2005/8/layout/vList5"/>
    <dgm:cxn modelId="{52DAFC95-7CDB-BA42-AE04-FDC0638B7FBE}" srcId="{C95E3E7B-AEBE-4E46-8EE4-AC087D4F002F}" destId="{10C32C32-A4D4-284D-A076-2EC5ECCB4D23}" srcOrd="0" destOrd="0" parTransId="{E804A203-843A-A340-9B89-3CA0AEC5D1A4}" sibTransId="{AF995C1C-FC0E-024C-88FC-7FC26E2CB8AD}"/>
    <dgm:cxn modelId="{C8DC04AE-8009-9340-97E1-F74D402167E3}" type="presOf" srcId="{734EB4E3-DBB7-134D-B37A-A5D404C6107A}" destId="{AAC9086A-EDF2-9F47-908B-B66D780F0DFC}" srcOrd="0" destOrd="0" presId="urn:microsoft.com/office/officeart/2005/8/layout/vList5"/>
    <dgm:cxn modelId="{8C22BC1B-7A6E-B04F-B97F-A618287EEC75}" type="presOf" srcId="{10C32C32-A4D4-284D-A076-2EC5ECCB4D23}" destId="{02146DBB-D016-0B41-88F9-F1029D1B0149}" srcOrd="0" destOrd="0" presId="urn:microsoft.com/office/officeart/2005/8/layout/vList5"/>
    <dgm:cxn modelId="{00384FEE-C599-2B4D-836E-C8892D331428}" srcId="{C95E3E7B-AEBE-4E46-8EE4-AC087D4F002F}" destId="{EEE44E43-26C8-5B42-9A87-479105D0129A}" srcOrd="2" destOrd="0" parTransId="{847CAA12-6599-5E42-8144-0D4822D7DD96}" sibTransId="{FD61770D-B29E-8B4E-A930-12E2320CA9B4}"/>
    <dgm:cxn modelId="{56870757-C4E6-F241-97AC-7C7CC537415D}" srcId="{EEE44E43-26C8-5B42-9A87-479105D0129A}" destId="{55A81037-4ACE-2448-9431-963E67AD3D96}" srcOrd="1" destOrd="0" parTransId="{3A5940D7-4954-544E-8F32-CD855B06F1B6}" sibTransId="{CFF54F86-16F3-5A41-91D8-989E4635D6DB}"/>
    <dgm:cxn modelId="{ADFA8CC9-FA46-C040-ABE0-D8228F8AFE39}" srcId="{C95E3E7B-AEBE-4E46-8EE4-AC087D4F002F}" destId="{AEB7D3EF-70EF-9846-A42B-23CFE84C2A88}" srcOrd="1" destOrd="0" parTransId="{AAAF37A5-F38A-1648-8E1A-018A265C90AC}" sibTransId="{242D335E-B54F-8140-A583-5FC047E08C8E}"/>
    <dgm:cxn modelId="{8B5864E7-8989-2548-B78C-B2CF295C83D4}" type="presOf" srcId="{3426E8DF-D5C8-9145-8164-0BF57715C15E}" destId="{519AE5AD-9BE4-2846-9484-33242AA0FA94}" srcOrd="0" destOrd="0" presId="urn:microsoft.com/office/officeart/2005/8/layout/vList5"/>
    <dgm:cxn modelId="{1FA028BC-DBAE-1640-B619-3FAB3B2749D2}" type="presOf" srcId="{4846A9F6-DD1D-7940-BC48-126B689AF2FA}" destId="{44CEB1BF-B22A-8D41-8B0E-034912787D3B}" srcOrd="0" destOrd="1" presId="urn:microsoft.com/office/officeart/2005/8/layout/vList5"/>
    <dgm:cxn modelId="{EF6A8269-3AE8-5C45-A19D-3B90A0D5D784}" srcId="{AEB7D3EF-70EF-9846-A42B-23CFE84C2A88}" destId="{4846A9F6-DD1D-7940-BC48-126B689AF2FA}" srcOrd="1" destOrd="0" parTransId="{EE22DBBD-70A2-8940-8663-6E8CBEF3AEBE}" sibTransId="{D58B1FD7-926E-0B4A-A168-D6263CD60D6A}"/>
    <dgm:cxn modelId="{EF94DF8D-AF27-8B45-968A-1AAC59F52545}" type="presParOf" srcId="{070FFB4F-795E-B744-BC93-7B01C991C6E3}" destId="{1523108A-4F97-CF49-8B64-836631BA8111}" srcOrd="0" destOrd="0" presId="urn:microsoft.com/office/officeart/2005/8/layout/vList5"/>
    <dgm:cxn modelId="{2EB4B8ED-929C-BE47-B1C5-E1713AA0499D}" type="presParOf" srcId="{1523108A-4F97-CF49-8B64-836631BA8111}" destId="{02146DBB-D016-0B41-88F9-F1029D1B0149}" srcOrd="0" destOrd="0" presId="urn:microsoft.com/office/officeart/2005/8/layout/vList5"/>
    <dgm:cxn modelId="{EC4F589C-E42A-A842-A334-6AD04BB53D04}" type="presParOf" srcId="{1523108A-4F97-CF49-8B64-836631BA8111}" destId="{519AE5AD-9BE4-2846-9484-33242AA0FA94}" srcOrd="1" destOrd="0" presId="urn:microsoft.com/office/officeart/2005/8/layout/vList5"/>
    <dgm:cxn modelId="{A3DAF914-22AB-5B4C-903B-755F67B63A0A}" type="presParOf" srcId="{070FFB4F-795E-B744-BC93-7B01C991C6E3}" destId="{6135E105-A601-6B42-AE61-1ADF6E71655A}" srcOrd="1" destOrd="0" presId="urn:microsoft.com/office/officeart/2005/8/layout/vList5"/>
    <dgm:cxn modelId="{580CF7E7-0502-C24E-AD9B-902565977114}" type="presParOf" srcId="{070FFB4F-795E-B744-BC93-7B01C991C6E3}" destId="{630F553F-45AD-9E4B-96AC-4FAD7CC5B8CA}" srcOrd="2" destOrd="0" presId="urn:microsoft.com/office/officeart/2005/8/layout/vList5"/>
    <dgm:cxn modelId="{4692B15F-6EF9-DD42-B6B6-6DD66E6CFB89}" type="presParOf" srcId="{630F553F-45AD-9E4B-96AC-4FAD7CC5B8CA}" destId="{5073F4B7-8E64-C942-80E4-125371750933}" srcOrd="0" destOrd="0" presId="urn:microsoft.com/office/officeart/2005/8/layout/vList5"/>
    <dgm:cxn modelId="{7161DFBB-11B3-9B4E-A6B2-437DA6E3CE28}" type="presParOf" srcId="{630F553F-45AD-9E4B-96AC-4FAD7CC5B8CA}" destId="{44CEB1BF-B22A-8D41-8B0E-034912787D3B}" srcOrd="1" destOrd="0" presId="urn:microsoft.com/office/officeart/2005/8/layout/vList5"/>
    <dgm:cxn modelId="{6A6A5444-85A9-0F4D-974A-6F71348167D1}" type="presParOf" srcId="{070FFB4F-795E-B744-BC93-7B01C991C6E3}" destId="{FF55F364-1D84-8D47-96D2-CBADE2C030DA}" srcOrd="3" destOrd="0" presId="urn:microsoft.com/office/officeart/2005/8/layout/vList5"/>
    <dgm:cxn modelId="{EB09FC8B-7E67-6747-96AB-22229A9CC11D}" type="presParOf" srcId="{070FFB4F-795E-B744-BC93-7B01C991C6E3}" destId="{4405FD06-D104-4643-8BBE-9085CCAE46B3}" srcOrd="4" destOrd="0" presId="urn:microsoft.com/office/officeart/2005/8/layout/vList5"/>
    <dgm:cxn modelId="{B92CADC2-4741-8940-929B-495E71316707}" type="presParOf" srcId="{4405FD06-D104-4643-8BBE-9085CCAE46B3}" destId="{5552A990-F378-894F-B3E7-067BB1E1D144}" srcOrd="0" destOrd="0" presId="urn:microsoft.com/office/officeart/2005/8/layout/vList5"/>
    <dgm:cxn modelId="{125AA78A-A59C-F04E-B491-84A6AC112609}" type="presParOf" srcId="{4405FD06-D104-4643-8BBE-9085CCAE46B3}" destId="{AAC9086A-EDF2-9F47-908B-B66D780F0D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AE5AD-9BE4-2846-9484-33242AA0FA94}">
      <dsp:nvSpPr>
        <dsp:cNvPr id="0" name=""/>
        <dsp:cNvSpPr/>
      </dsp:nvSpPr>
      <dsp:spPr>
        <a:xfrm rot="5400000">
          <a:off x="5222782" y="-2181638"/>
          <a:ext cx="705161" cy="5247400"/>
        </a:xfrm>
        <a:prstGeom prst="round2SameRect">
          <a:avLst/>
        </a:prstGeom>
        <a:solidFill>
          <a:schemeClr val="bg1">
            <a:lumMod val="65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Continuing Android Development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REST API Features (GPS, Trips)</a:t>
          </a:r>
          <a:endParaRPr lang="en-US" sz="1200" kern="1200" dirty="0"/>
        </a:p>
      </dsp:txBody>
      <dsp:txXfrm rot="-5400000">
        <a:off x="2951663" y="123904"/>
        <a:ext cx="5212977" cy="636315"/>
      </dsp:txXfrm>
    </dsp:sp>
    <dsp:sp modelId="{02146DBB-D016-0B41-88F9-F1029D1B0149}">
      <dsp:nvSpPr>
        <dsp:cNvPr id="0" name=""/>
        <dsp:cNvSpPr/>
      </dsp:nvSpPr>
      <dsp:spPr>
        <a:xfrm>
          <a:off x="0" y="1335"/>
          <a:ext cx="2951663" cy="881452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February 28, 2011</a:t>
          </a:r>
          <a:endParaRPr lang="en-US" sz="2800" kern="1200" dirty="0"/>
        </a:p>
      </dsp:txBody>
      <dsp:txXfrm>
        <a:off x="43029" y="44364"/>
        <a:ext cx="2865605" cy="795394"/>
      </dsp:txXfrm>
    </dsp:sp>
    <dsp:sp modelId="{44CEB1BF-B22A-8D41-8B0E-034912787D3B}">
      <dsp:nvSpPr>
        <dsp:cNvPr id="0" name=""/>
        <dsp:cNvSpPr/>
      </dsp:nvSpPr>
      <dsp:spPr>
        <a:xfrm rot="5400000">
          <a:off x="5222782" y="-1256113"/>
          <a:ext cx="705161" cy="5247400"/>
        </a:xfrm>
        <a:prstGeom prst="round2SameRect">
          <a:avLst/>
        </a:prstGeom>
        <a:solidFill>
          <a:schemeClr val="bg1">
            <a:lumMod val="65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Android App Nearing Completion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Web </a:t>
          </a:r>
          <a:r>
            <a:rPr lang="en-US" sz="1200" kern="1200" dirty="0" smtClean="0"/>
            <a:t>App Nearing Completion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E-Week Preparation</a:t>
          </a:r>
          <a:endParaRPr lang="en-US" sz="1200" kern="1200" dirty="0"/>
        </a:p>
      </dsp:txBody>
      <dsp:txXfrm rot="-5400000">
        <a:off x="2951663" y="1049429"/>
        <a:ext cx="5212977" cy="636315"/>
      </dsp:txXfrm>
    </dsp:sp>
    <dsp:sp modelId="{5073F4B7-8E64-C942-80E4-125371750933}">
      <dsp:nvSpPr>
        <dsp:cNvPr id="0" name=""/>
        <dsp:cNvSpPr/>
      </dsp:nvSpPr>
      <dsp:spPr>
        <a:xfrm>
          <a:off x="0" y="926860"/>
          <a:ext cx="2951663" cy="881452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March 31, 2011</a:t>
          </a:r>
          <a:endParaRPr lang="en-US" sz="2800" kern="1200" dirty="0"/>
        </a:p>
      </dsp:txBody>
      <dsp:txXfrm>
        <a:off x="43029" y="969889"/>
        <a:ext cx="2865605" cy="795394"/>
      </dsp:txXfrm>
    </dsp:sp>
    <dsp:sp modelId="{AAC9086A-EDF2-9F47-908B-B66D780F0DFC}">
      <dsp:nvSpPr>
        <dsp:cNvPr id="0" name=""/>
        <dsp:cNvSpPr/>
      </dsp:nvSpPr>
      <dsp:spPr>
        <a:xfrm rot="5400000">
          <a:off x="5222782" y="-330589"/>
          <a:ext cx="705161" cy="5247400"/>
        </a:xfrm>
        <a:prstGeom prst="round2SameRect">
          <a:avLst/>
        </a:prstGeom>
        <a:solidFill>
          <a:schemeClr val="bg1">
            <a:lumMod val="65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Finalize Testing of </a:t>
          </a:r>
          <a:r>
            <a:rPr lang="en-US" sz="1200" kern="1200" dirty="0" smtClean="0"/>
            <a:t>Applications </a:t>
          </a:r>
          <a:r>
            <a:rPr lang="en-US" sz="1200" kern="1200" dirty="0" smtClean="0"/>
            <a:t>(Android and Web)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Server-Side Implementation of Learning </a:t>
          </a:r>
          <a:r>
            <a:rPr lang="en-US" sz="1200" kern="1200" dirty="0" smtClean="0"/>
            <a:t>Algorithms (</a:t>
          </a:r>
          <a:r>
            <a:rPr lang="en-US" sz="1200" kern="1200" smtClean="0"/>
            <a:t>time permitting)</a:t>
          </a:r>
          <a:endParaRPr lang="en-US" sz="1200" kern="1200" dirty="0"/>
        </a:p>
      </dsp:txBody>
      <dsp:txXfrm rot="-5400000">
        <a:off x="2951663" y="1974953"/>
        <a:ext cx="5212977" cy="636315"/>
      </dsp:txXfrm>
    </dsp:sp>
    <dsp:sp modelId="{5552A990-F378-894F-B3E7-067BB1E1D144}">
      <dsp:nvSpPr>
        <dsp:cNvPr id="0" name=""/>
        <dsp:cNvSpPr/>
      </dsp:nvSpPr>
      <dsp:spPr>
        <a:xfrm>
          <a:off x="0" y="1852385"/>
          <a:ext cx="2951663" cy="881452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April 30, 2011</a:t>
          </a:r>
          <a:endParaRPr lang="en-US" sz="2800" kern="1200" dirty="0"/>
        </a:p>
      </dsp:txBody>
      <dsp:txXfrm>
        <a:off x="43029" y="1895414"/>
        <a:ext cx="2865605" cy="795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7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3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1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6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0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2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5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0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8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4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C1BCC-325F-E846-AA1E-C05A8A8E843A}" type="datetimeFigureOut">
              <a:rPr lang="en-US" smtClean="0"/>
              <a:t>2/20/11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F7CD8-52AE-A943-888C-481E96E69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9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82696010"/>
              </p:ext>
            </p:extLst>
          </p:nvPr>
        </p:nvGraphicFramePr>
        <p:xfrm>
          <a:off x="482986" y="1198688"/>
          <a:ext cx="8199064" cy="2735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7321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55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Curtis Johnson</dc:creator>
  <cp:lastModifiedBy>Curtis Johnson</cp:lastModifiedBy>
  <cp:revision>5</cp:revision>
  <dcterms:created xsi:type="dcterms:W3CDTF">2010-12-13T05:28:02Z</dcterms:created>
  <dcterms:modified xsi:type="dcterms:W3CDTF">2011-02-21T06:10:35Z</dcterms:modified>
</cp:coreProperties>
</file>